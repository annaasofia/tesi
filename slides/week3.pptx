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78" r:id="rId4"/>
    <p:sldId id="279" r:id="rId5"/>
    <p:sldId id="282" r:id="rId6"/>
    <p:sldId id="276" r:id="rId7"/>
    <p:sldId id="280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8B1B-DDC8-31BE-2F18-22F64C42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4F5BA10-82A0-B3C0-FC04-EB2C960DC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BDEC87-839F-C284-A91C-8285A0783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F6D73EA-1A6B-D363-9F70-B9A4F207D6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5944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&lt; TORSION CORRECTION &gt;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TCCP and TCCPA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For the longer crystals (TCCP and TCCPA), the effect of the torsion is not negligible and 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lvl="1"/>
                <a:r>
                  <a:rPr lang="en-US" sz="2800" dirty="0"/>
                  <a:t>By dividing the data sample into square bins (for example 0.1 mm x 0.1 mm) as a function of the impact position on the crystal surface</a:t>
                </a:r>
              </a:p>
              <a:p>
                <a:pPr lvl="1"/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lvl="1"/>
                <a:r>
                  <a:rPr lang="en-US" sz="2800" dirty="0"/>
                  <a:t>We obtain a 2D map of torsion variation across the crystal surface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62C2-9CB7-F31D-2593-1B8F6E4F4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C8479E72-EF8C-7B07-BBB6-1817F9461A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3D0BF2F-9325-5F55-02E7-64455C9C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p:pic>
        <p:nvPicPr>
          <p:cNvPr id="10" name="Segnaposto contenuto 9">
            <a:extLst>
              <a:ext uri="{FF2B5EF4-FFF2-40B4-BE49-F238E27FC236}">
                <a16:creationId xmlns:a16="http://schemas.microsoft.com/office/drawing/2014/main" id="{593973D7-9D30-694C-3199-822A09125A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EF3CCB-61D1-2DA6-E3A6-01002ED4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9FF704-6E26-2FC7-9CEB-79B3BF63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CF3FE8-4F29-F885-9E68-FFF0B88F3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893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26EB-D122-6CEE-6C64-7A2AD6DA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8C1DE-6D96-6DA1-4E12-2A1BB694A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The 2d map is fitted through: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endParaRPr lang="en-US" sz="2800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sz="28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1EE0F-E66C-8187-4B47-29A6C15C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2E6716-1637-677C-6156-4F7A04ED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63049B-43B9-E82A-F634-D683E5DB4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17AB9AA-3F99-A362-9BD4-9C519CC04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437" y="3538662"/>
            <a:ext cx="3960000" cy="2958976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AEE7A0B8-744D-AD8E-ADDF-62186AE2A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100" y="3534220"/>
            <a:ext cx="3960000" cy="295897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9A5E4D0-ADDD-A284-C2A4-1C3745AF17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450" y="3534220"/>
            <a:ext cx="3960000" cy="2958976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C8455F5-2068-D03A-9DDA-7B2223D71704}"/>
              </a:ext>
            </a:extLst>
          </p:cNvPr>
          <p:cNvSpPr txBox="1">
            <a:spLocks noChangeAspect="1"/>
          </p:cNvSpPr>
          <p:nvPr/>
        </p:nvSpPr>
        <p:spPr>
          <a:xfrm>
            <a:off x="350445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593FF22-014A-2E56-EDBA-8791C520CBC9}"/>
              </a:ext>
            </a:extLst>
          </p:cNvPr>
          <p:cNvSpPr txBox="1">
            <a:spLocks noChangeAspect="1"/>
          </p:cNvSpPr>
          <p:nvPr/>
        </p:nvSpPr>
        <p:spPr>
          <a:xfrm>
            <a:off x="7236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B4DAFEE-C0D3-EDD8-7AED-A3AF8C739833}"/>
              </a:ext>
            </a:extLst>
          </p:cNvPr>
          <p:cNvSpPr txBox="1">
            <a:spLocks noChangeAspect="1"/>
          </p:cNvSpPr>
          <p:nvPr/>
        </p:nvSpPr>
        <p:spPr>
          <a:xfrm>
            <a:off x="10962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33736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84BC6-F619-3D20-E561-CBF538445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64777B-C649-39D4-6641-30DE28AA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Now we should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sz="2800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we will use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FFC000"/>
                    </a:solidFill>
                  </a:rPr>
                  <a:t>How </a:t>
                </a:r>
                <a:r>
                  <a:rPr lang="en-US" dirty="0">
                    <a:solidFill>
                      <a:srgbClr val="FFC000"/>
                    </a:solidFill>
                  </a:rPr>
                  <a:t>am I behaving if the fit is not linear but parabolic?</a:t>
                </a:r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8BA674C-6706-D004-56D6-D583186BEB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BFD406-E3DF-14FC-E56A-CB95E3DBB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F23DC4-C8C1-3A3D-8308-E545C76B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72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28AD20-5427-DB4F-5449-669AE5F4D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sz="2500" dirty="0" err="1"/>
              <a:t>If</a:t>
            </a:r>
            <a:r>
              <a:rPr lang="it-IT" sz="2500" dirty="0"/>
              <a:t> I </a:t>
            </a:r>
            <a:r>
              <a:rPr lang="it-IT" sz="2500" dirty="0" err="1"/>
              <a:t>keep</a:t>
            </a:r>
            <a:r>
              <a:rPr lang="it-IT" sz="2500" dirty="0"/>
              <a:t> the second-</a:t>
            </a:r>
            <a:r>
              <a:rPr lang="it-IT" sz="2500" dirty="0" err="1"/>
              <a:t>order</a:t>
            </a:r>
            <a:r>
              <a:rPr lang="it-IT" sz="2500" dirty="0"/>
              <a:t> </a:t>
            </a:r>
            <a:r>
              <a:rPr lang="it-IT" sz="2500" dirty="0" err="1"/>
              <a:t>corrections</a:t>
            </a:r>
            <a:r>
              <a:rPr lang="it-IT" sz="2500" dirty="0"/>
              <a:t>:</a:t>
            </a:r>
            <a:endParaRPr lang="it-IT" sz="2400" dirty="0"/>
          </a:p>
          <a:p>
            <a:endParaRPr lang="it-IT" sz="2000" dirty="0"/>
          </a:p>
          <a:p>
            <a:endParaRPr lang="it-IT" sz="2000" dirty="0"/>
          </a:p>
          <a:p>
            <a:endParaRPr lang="it-IT" sz="2000" dirty="0"/>
          </a:p>
          <a:p>
            <a:endParaRPr lang="it-IT" sz="2000" dirty="0"/>
          </a:p>
          <a:p>
            <a:endParaRPr lang="it-IT" sz="2000" dirty="0"/>
          </a:p>
          <a:p>
            <a:endParaRPr lang="it-IT" sz="2500" dirty="0"/>
          </a:p>
          <a:p>
            <a:r>
              <a:rPr lang="it-IT" sz="2500" dirty="0" err="1"/>
              <a:t>If</a:t>
            </a:r>
            <a:r>
              <a:rPr lang="it-IT" sz="2500" dirty="0"/>
              <a:t> I do not:</a:t>
            </a:r>
          </a:p>
          <a:p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039DBF4-755C-A609-11E8-605A1238D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53" y="1756093"/>
            <a:ext cx="36000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4C95204-F1CD-D63C-C469-51744C8144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653" y="1756093"/>
            <a:ext cx="3600000" cy="25759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6E182947-0044-AA46-C176-18A656083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653" y="1756093"/>
            <a:ext cx="36000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2C7F6AD-2DC8-F3CC-05D2-B92254D0CCB0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542313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9EEE5F4-1237-8DB5-4970-4380998802F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542313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CCC6664-CC29-FE03-25C2-1D9A3CF069DD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542313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DE03-FA90-C268-77AD-44C789EC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60C76F-B643-2509-A182-79CF71BD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B3989D-9B78-F069-E1AA-3BD85CEE1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6EA0BA-49F8-240A-5AAA-A3179ABE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9EA5A1-5E5C-F667-A9C0-7806A82BC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494B3D-EEA2-5440-40D0-DD25818BE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9529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2546</TotalTime>
  <Words>290</Words>
  <Application>Microsoft Office PowerPoint</Application>
  <PresentationFormat>Widescreen</PresentationFormat>
  <Paragraphs>62</Paragraphs>
  <Slides>7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TORSION CORRECTION</vt:lpstr>
      <vt:lpstr>TORSION CORRECTION</vt:lpstr>
      <vt:lpstr>TORSION CORRECTION</vt:lpstr>
      <vt:lpstr>TORSION CORRECTION</vt:lpstr>
      <vt:lpstr>…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14</cp:revision>
  <dcterms:created xsi:type="dcterms:W3CDTF">2026-07-09T15:21:04Z</dcterms:created>
  <dcterms:modified xsi:type="dcterms:W3CDTF">2026-07-16T12:28:44Z</dcterms:modified>
</cp:coreProperties>
</file>