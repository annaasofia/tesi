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78" r:id="rId4"/>
    <p:sldId id="279" r:id="rId5"/>
    <p:sldId id="281" r:id="rId6"/>
    <p:sldId id="276" r:id="rId7"/>
    <p:sldId id="280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8B1B-DDC8-31BE-2F18-22F64C42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4F5BA10-82A0-B3C0-FC04-EB2C960DC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BDEC87-839F-C284-A91C-8285A0783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F6D73EA-1A6B-D363-9F70-B9A4F207D6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5944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15/07/2026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&lt; TORSION CORRECTION &gt;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TCCP and TCCPA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For the longer crystals (TCCP and TCCPA), the effect of the torsion is not negligible and 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lvl="1"/>
                <a:r>
                  <a:rPr lang="en-US" sz="2800" dirty="0"/>
                  <a:t>By dividing the data sample into square bins (for example 0.1 mm x 0.1 mm) as a function of the impact position on the crystal surface</a:t>
                </a:r>
              </a:p>
              <a:p>
                <a:pPr lvl="1"/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lvl="1"/>
                <a:r>
                  <a:rPr lang="en-US" sz="2800" dirty="0"/>
                  <a:t>We obtain a 2D map of torsion variation across the crystal surface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62C2-9CB7-F31D-2593-1B8F6E4F4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D0BF2F-9325-5F55-02E7-64455C9C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223258-7E47-E5CF-21AF-622992204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800" dirty="0"/>
              <a:t>2D map of torsion variation across the crystal surface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2800" i="1" dirty="0"/>
              <a:t>2d torsion map plot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EF3CCB-61D1-2DA6-E3A6-01002ED4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9FF704-6E26-2FC7-9CEB-79B3BF63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CF3FE8-4F29-F885-9E68-FFF0B88F3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893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26EB-D122-6CEE-6C64-7A2AD6DA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8C1DE-6D96-6DA1-4E12-2A1BB694A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The 2d map is fitted through 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p>
                        <m:sSup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𝑥𝑦</m:t>
                      </m:r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  <a:p>
                <a:r>
                  <a:rPr lang="en-US" sz="2800" dirty="0"/>
                  <a:t>Now we should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sz="2800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we will use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 marL="0" indent="0" algn="ctr">
                  <a:buNone/>
                </a:pPr>
                <a:r>
                  <a:rPr lang="en-US" dirty="0"/>
                  <a:t>(where we can neglect the torsion along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/>
                  <a:t> direction)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1EE0F-E66C-8187-4B47-29A6C15C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2E6716-1637-677C-6156-4F7A04ED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63049B-43B9-E82A-F634-D683E5DB4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3736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104A5-D823-4AFD-3773-B580499FE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3CEF48-81D2-5FCA-ECC7-96A2E849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C2B32F9-9F92-B599-AEEC-7BA9C68435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The 2d map is fitted through 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+(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p>
                        <m:sSup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𝑥𝑦</m:t>
                      </m:r>
                      <m:r>
                        <a:rPr lang="it-IT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  <a:p>
                <a:r>
                  <a:rPr lang="en-US" sz="2800" dirty="0"/>
                  <a:t>Now we should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found for each bin:</a:t>
                </a:r>
              </a:p>
              <a:p>
                <a:pPr marL="0" indent="0" algn="ctr">
                  <a:buNone/>
                </a:pPr>
                <a:r>
                  <a:rPr lang="en-US" sz="2800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we will use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 marL="0" indent="0" algn="ctr">
                  <a:buNone/>
                </a:pPr>
                <a:r>
                  <a:rPr lang="en-US" dirty="0"/>
                  <a:t>(where we can neglect the torsion along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/>
                  <a:t> direction)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C2B32F9-9F92-B599-AEEC-7BA9C68435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28507E-CC96-AB86-90AB-2AE984CE5C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9D37D8-8F71-6DC7-FB67-7A7BB6AA6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A46736-6465-2043-D9E8-AB521804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323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28AD20-5427-DB4F-5449-669AE5F4D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DE03-FA90-C268-77AD-44C789EC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60C76F-B643-2509-A182-79CF71BD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B3989D-9B78-F069-E1AA-3BD85CEE1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6EA0BA-49F8-240A-5AAA-A3179ABE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9EA5A1-5E5C-F667-A9C0-7806A82BC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494B3D-EEA2-5440-40D0-DD25818BE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9529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2420</TotalTime>
  <Words>326</Words>
  <Application>Microsoft Office PowerPoint</Application>
  <PresentationFormat>Widescreen</PresentationFormat>
  <Paragraphs>55</Paragraphs>
  <Slides>7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TORSION CORRECTION</vt:lpstr>
      <vt:lpstr>TORSION CORRECTION</vt:lpstr>
      <vt:lpstr>TORSION CORRECTION</vt:lpstr>
      <vt:lpstr>TORSION CORRECTION</vt:lpstr>
      <vt:lpstr>…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12</cp:revision>
  <dcterms:created xsi:type="dcterms:W3CDTF">2026-07-09T15:21:04Z</dcterms:created>
  <dcterms:modified xsi:type="dcterms:W3CDTF">2026-07-15T17:01:54Z</dcterms:modified>
</cp:coreProperties>
</file>