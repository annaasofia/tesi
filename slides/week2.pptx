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09/07/2026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chemeClr val="accent4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</a:t>
            </a:r>
          </a:p>
          <a:p>
            <a:pPr marL="857250" indent="-857250">
              <a:buFontTx/>
              <a:buChar char="-"/>
            </a:pPr>
            <a:r>
              <a:rPr lang="it-IT" b="1" dirty="0">
                <a:solidFill>
                  <a:schemeClr val="bg1"/>
                </a:solidFill>
              </a:rPr>
              <a:t>2024 dataset –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chemeClr val="accent4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chemeClr val="accent4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 err="1">
                <a:solidFill>
                  <a:schemeClr val="accent4"/>
                </a:solidFill>
              </a:rPr>
              <a:t>crystals</a:t>
            </a:r>
            <a:r>
              <a:rPr lang="it-IT" sz="1500" b="1" dirty="0">
                <a:solidFill>
                  <a:schemeClr val="accent4"/>
                </a:solidFill>
              </a:rPr>
              <a:t> </a:t>
            </a:r>
            <a:r>
              <a:rPr lang="it-IT" sz="1500" b="1" dirty="0" err="1">
                <a:solidFill>
                  <a:schemeClr val="accent4"/>
                </a:solidFill>
              </a:rPr>
              <a:t>efficiency</a:t>
            </a:r>
            <a:r>
              <a:rPr lang="it-IT" sz="1500" b="1" dirty="0">
                <a:solidFill>
                  <a:schemeClr val="accent4"/>
                </a:solidFill>
              </a:rPr>
              <a:t> </a:t>
            </a:r>
            <a:r>
              <a:rPr lang="it-IT" sz="1500" b="1" dirty="0" err="1">
                <a:solidFill>
                  <a:schemeClr val="accent4"/>
                </a:solidFill>
              </a:rPr>
              <a:t>measurements</a:t>
            </a:r>
            <a:endParaRPr lang="it-IT" sz="1500" b="1" dirty="0">
              <a:solidFill>
                <a:schemeClr val="accent4"/>
              </a:solidFill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chemeClr val="accent4"/>
                </a:solidFill>
              </a:rPr>
              <a:t>2</a:t>
            </a:fld>
            <a:endParaRPr lang="it-IT" sz="1500" b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16396-CCD4-B651-82D8-B0CD00FE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EDE7A5-1469-7301-F139-F886F9F6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chemeClr val="accent4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5198A8-5805-2C1D-5101-4944457E1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6D66E8E-FFF4-1D0D-BC74-6FC910098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chemeClr val="accent4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220300F-2EC7-2363-8B2E-264D0B000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 err="1">
                <a:solidFill>
                  <a:schemeClr val="accent4"/>
                </a:solidFill>
              </a:rPr>
              <a:t>crystals</a:t>
            </a:r>
            <a:r>
              <a:rPr lang="it-IT" sz="1500" b="1" dirty="0">
                <a:solidFill>
                  <a:schemeClr val="accent4"/>
                </a:solidFill>
              </a:rPr>
              <a:t> </a:t>
            </a:r>
            <a:r>
              <a:rPr lang="it-IT" sz="1500" b="1" dirty="0" err="1">
                <a:solidFill>
                  <a:schemeClr val="accent4"/>
                </a:solidFill>
              </a:rPr>
              <a:t>efficiency</a:t>
            </a:r>
            <a:r>
              <a:rPr lang="it-IT" sz="1500" b="1" dirty="0">
                <a:solidFill>
                  <a:schemeClr val="accent4"/>
                </a:solidFill>
              </a:rPr>
              <a:t> </a:t>
            </a:r>
            <a:r>
              <a:rPr lang="it-IT" sz="1500" b="1" dirty="0" err="1">
                <a:solidFill>
                  <a:schemeClr val="accent4"/>
                </a:solidFill>
              </a:rPr>
              <a:t>measurements</a:t>
            </a:r>
            <a:endParaRPr lang="it-IT" sz="1500" b="1" dirty="0">
              <a:solidFill>
                <a:schemeClr val="accent4"/>
              </a:solidFill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6B24B8-8B97-9AE2-5FDC-9EF13A6DE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chemeClr val="accent4"/>
                </a:solidFill>
              </a:rPr>
              <a:t>3</a:t>
            </a:fld>
            <a:endParaRPr lang="it-IT" sz="1500" b="1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19097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26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Presentazione standard di PowerPoint</vt:lpstr>
      <vt:lpstr>…</vt:lpstr>
      <vt:lpstr>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</cp:revision>
  <dcterms:created xsi:type="dcterms:W3CDTF">2026-07-09T15:21:04Z</dcterms:created>
  <dcterms:modified xsi:type="dcterms:W3CDTF">2026-07-09T16:55:28Z</dcterms:modified>
</cp:coreProperties>
</file>