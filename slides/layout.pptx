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0" r:id="rId2"/>
    <p:sldId id="319" r:id="rId3"/>
    <p:sldId id="321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DC464-D210-C779-3E8D-9B777088B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0DE8E1-C871-C673-1824-60E32EE11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786F0-56A0-AB00-1BA5-4F594FC8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0E48E-D732-992B-0A6E-2482B18E6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DB234-86F0-863F-2862-0BD7407A9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00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606C8-D824-5DB2-9C27-9E92A555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2116E-B179-A1FA-3F93-A71A4FD58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FD72A-BCF1-2A9A-1E5D-5BEAD8BA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1FE70-5114-D8CF-89E0-9525218F2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F9231-4C30-9B88-656D-A3E05908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642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AB58B-B5FB-8406-E36C-0B3675573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1DAB1-6856-74B9-1BA6-CC8856172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5E49B-5D7B-FDE5-AE38-C5CF1B58C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CA20F-889A-1D82-D86C-545D94479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2C180-9ED9-4C48-7849-97FAB27D2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45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45E85-A49D-6A2C-7623-8D7A781A3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58D68-9742-6923-C1FD-E515B1A683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9A26E-4707-4A87-1E3E-21003359A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A88CC-A9DF-5C8C-BF35-9757BC176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CB15-29CE-BA64-393C-B3D156B1E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DAC067-0108-BC3D-A177-64F5B89F8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2415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05639-1D3F-13DF-AC8C-E142260E5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51FC7-840B-1D9C-1505-2BBF54037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DE87DD-FED4-E5FF-8E8C-9172AD8439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8276E3-37B3-953B-3792-E9B0845D6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DE282-3A8E-7ADA-D56D-D616B038EF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DDAFC-EB10-9D97-CFDC-1073D8088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7A94D-B9C2-041A-4453-AE3434B4C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45EC64-CD29-8F5C-3F8C-F20F4234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99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5F7D-40B3-9396-AA74-285C285B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E1A3D6-254A-53F0-363F-370452874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D4F1D-69C0-42F1-2797-18C2A63D0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60A5E-185B-3E84-17DB-AF4E1527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1695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5E808-1A88-939B-C24B-875BA686E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31BE4F-A2A5-75B0-3116-FFBB5E7E1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88D5-2F13-2BBB-C3DB-20302309D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647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24183-7897-4544-BD07-167274809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1BB42-7DD4-63A2-BBAB-EF6BF7C69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DE76F-C2ED-DF54-A1A7-3EE51AD36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13032-5262-5605-ACF9-1F8C84CC6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8642-857E-BF3F-05B8-B7E3ECBB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3B1C1-AAA3-16FA-C921-E39479F58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60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D639-CDA1-7823-05BD-20569A849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BE2EE6-CCE8-39DA-1DC1-3F4EFD367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51F48-6EBC-1833-3B68-E205CD90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14D46-10EE-2CAD-9036-A152C1C0C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DA49E0-82C1-0BBB-E867-D061D958E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FD89F-825E-CA9C-6CED-93E831480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9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E418-1B9B-2D85-60C9-DF65591A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8E9A9-77CF-DEA1-926C-C802902EA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AD3F1-9ED3-F2B6-8328-7EC0A12EE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0FE32-47CE-0551-CDC9-53225A2A7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0A648-921F-3793-7203-1F24C821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651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D1E918-1DB4-B981-8DD9-DEC8AD29F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A5DAE-616A-5CB7-7DAB-0AAC2E672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EE4EA-81B8-852C-6451-828AEE07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5AE06-E94B-23C0-C71E-AD3CAE6CC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0518-B43E-63A9-875A-52B87946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5579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7AE14-FBB5-DA30-422C-02AF5580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2A280-BF62-53A6-2FBD-CFF3B1256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59208-42AD-07A6-0935-B8137603E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AAAC0-CFA4-D337-FDC0-F52AC4098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FC07C-9913-896E-BF9E-646EBE7E6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8988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914" y="1545256"/>
            <a:ext cx="10732370" cy="470559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2C95AA-3584-0321-D966-14084241CEA9}"/>
              </a:ext>
            </a:extLst>
          </p:cNvPr>
          <p:cNvCxnSpPr>
            <a:cxnSpLocks/>
          </p:cNvCxnSpPr>
          <p:nvPr/>
        </p:nvCxnSpPr>
        <p:spPr>
          <a:xfrm>
            <a:off x="2245783" y="5910944"/>
            <a:ext cx="1185334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22545F-2C13-D03F-EC4B-BE362EE42041}"/>
              </a:ext>
            </a:extLst>
          </p:cNvPr>
          <p:cNvCxnSpPr>
            <a:cxnSpLocks/>
          </p:cNvCxnSpPr>
          <p:nvPr/>
        </p:nvCxnSpPr>
        <p:spPr>
          <a:xfrm>
            <a:off x="3431117" y="5910944"/>
            <a:ext cx="299508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29FC3D-0AB2-7AEF-240D-6FCF86845D54}"/>
              </a:ext>
            </a:extLst>
          </p:cNvPr>
          <p:cNvCxnSpPr>
            <a:cxnSpLocks/>
          </p:cNvCxnSpPr>
          <p:nvPr/>
        </p:nvCxnSpPr>
        <p:spPr>
          <a:xfrm>
            <a:off x="6426200" y="5903688"/>
            <a:ext cx="677333" cy="7256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473B7C-80F3-143C-5819-34610E573C7A}"/>
              </a:ext>
            </a:extLst>
          </p:cNvPr>
          <p:cNvCxnSpPr>
            <a:cxnSpLocks/>
          </p:cNvCxnSpPr>
          <p:nvPr/>
        </p:nvCxnSpPr>
        <p:spPr>
          <a:xfrm>
            <a:off x="7103533" y="5903688"/>
            <a:ext cx="182880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CBD4C96-FF77-C7BD-4D13-817D669217E3}"/>
              </a:ext>
            </a:extLst>
          </p:cNvPr>
          <p:cNvSpPr txBox="1"/>
          <p:nvPr/>
        </p:nvSpPr>
        <p:spPr>
          <a:xfrm>
            <a:off x="1735667" y="6036733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	2.078     		10.356		  0.487     	       4.227		[m]</a:t>
            </a:r>
            <a:endParaRPr lang="it-IT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EC020-D1E4-6E5D-96A6-CFCCD4D3C336}"/>
              </a:ext>
            </a:extLst>
          </p:cNvPr>
          <p:cNvSpPr txBox="1"/>
          <p:nvPr/>
        </p:nvSpPr>
        <p:spPr>
          <a:xfrm>
            <a:off x="1735667" y="2463278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-12.434          -10.356			0          0. 487	        4.714 [m]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9247" y="1546325"/>
            <a:ext cx="8757821" cy="416543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61CFF4-1AA7-7DBA-C7AD-C4C417735B36}"/>
              </a:ext>
            </a:extLst>
          </p:cNvPr>
          <p:cNvSpPr txBox="1"/>
          <p:nvPr/>
        </p:nvSpPr>
        <p:spPr>
          <a:xfrm>
            <a:off x="28194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T1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3769F19-49FA-6A86-4E43-EE9B9FCF5335}"/>
              </a:ext>
            </a:extLst>
          </p:cNvPr>
          <p:cNvSpPr txBox="1"/>
          <p:nvPr/>
        </p:nvSpPr>
        <p:spPr>
          <a:xfrm>
            <a:off x="349885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6613190-54C0-7766-BE53-A88A0928D029}"/>
              </a:ext>
            </a:extLst>
          </p:cNvPr>
          <p:cNvSpPr txBox="1"/>
          <p:nvPr/>
        </p:nvSpPr>
        <p:spPr>
          <a:xfrm>
            <a:off x="61468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1ABB6A2-0253-F61C-3A3B-B5D48ED67530}"/>
              </a:ext>
            </a:extLst>
          </p:cNvPr>
          <p:cNvSpPr txBox="1"/>
          <p:nvPr/>
        </p:nvSpPr>
        <p:spPr>
          <a:xfrm>
            <a:off x="8455025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C4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EF31BC2-B06C-C19F-8B82-234E7051B99F}"/>
              </a:ext>
            </a:extLst>
          </p:cNvPr>
          <p:cNvSpPr txBox="1"/>
          <p:nvPr/>
        </p:nvSpPr>
        <p:spPr>
          <a:xfrm>
            <a:off x="4914900" y="4911565"/>
            <a:ext cx="10477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 err="1">
                <a:solidFill>
                  <a:srgbClr val="FFC000"/>
                </a:solidFill>
              </a:rPr>
              <a:t>crystal</a:t>
            </a:r>
            <a:endParaRPr lang="it-IT" sz="2000" b="1" dirty="0">
              <a:solidFill>
                <a:srgbClr val="FFC000"/>
              </a:solidFill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516CBA-691F-320E-81BE-67B07E92F0CB}"/>
              </a:ext>
            </a:extLst>
          </p:cNvPr>
          <p:cNvSpPr txBox="1"/>
          <p:nvPr/>
        </p:nvSpPr>
        <p:spPr>
          <a:xfrm>
            <a:off x="10402009" y="4315824"/>
            <a:ext cx="67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[m]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151" y="151052"/>
            <a:ext cx="3098753" cy="1585607"/>
          </a:xfrm>
          <a:prstGeom prst="roundRect">
            <a:avLst>
              <a:gd name="adj" fmla="val 16667"/>
            </a:avLst>
          </a:prstGeom>
          <a:ln w="38100">
            <a:solidFill>
              <a:srgbClr val="FFC000"/>
            </a:solidFill>
          </a:ln>
          <a:effectLst/>
        </p:spPr>
      </p:pic>
      <p:sp>
        <p:nvSpPr>
          <p:cNvPr id="11" name="Arco 10">
            <a:extLst>
              <a:ext uri="{FF2B5EF4-FFF2-40B4-BE49-F238E27FC236}">
                <a16:creationId xmlns:a16="http://schemas.microsoft.com/office/drawing/2014/main" id="{10E620A4-10A1-BF2A-CF11-1DF7063FF5AD}"/>
              </a:ext>
            </a:extLst>
          </p:cNvPr>
          <p:cNvSpPr/>
          <p:nvPr/>
        </p:nvSpPr>
        <p:spPr>
          <a:xfrm rot="5881670">
            <a:off x="1003504" y="-5711251"/>
            <a:ext cx="6975242" cy="13219817"/>
          </a:xfrm>
          <a:prstGeom prst="arc">
            <a:avLst>
              <a:gd name="adj1" fmla="val 16162446"/>
              <a:gd name="adj2" fmla="val 19464192"/>
            </a:avLst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FD37-CEA1-C97B-49F8-A5ACF8509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4207D9-31D6-13AA-9686-A99BC85C0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BB27CF-B6D6-60BB-5756-012FF3C1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975C4A-14AA-0F43-ED17-1A5E9F38A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5EC255-139D-00EF-EB17-A47E084E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04EA6396-23FD-CF61-1132-C028A5C72DD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9F5A786-19D6-F0D2-6BC5-A1F75F6A1E0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2589B15-884F-747D-C0A2-2E64396A7F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016E210-1458-96DF-A3AE-53C781F6F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9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77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 BACKUP SLIDES: SCHEMATIC LAYOUT</vt:lpstr>
      <vt:lpstr> 1. SCHEMATIC LAYOUT</vt:lpstr>
      <vt:lpstr> BACKUP SLIDES: SCHEMATIC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</cp:revision>
  <dcterms:created xsi:type="dcterms:W3CDTF">2026-08-12T14:51:16Z</dcterms:created>
  <dcterms:modified xsi:type="dcterms:W3CDTF">2026-08-13T07:31:48Z</dcterms:modified>
</cp:coreProperties>
</file>